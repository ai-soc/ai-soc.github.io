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342438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94" d="100"/>
          <a:sy n="94" d="100"/>
        </p:scale>
        <p:origin x="65" y="10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7805" y="235644"/>
            <a:ext cx="7006829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7805" y="756262"/>
            <a:ext cx="7006829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218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466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427" y="358966"/>
            <a:ext cx="8057853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427" y="963575"/>
            <a:ext cx="8057853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742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2293" y="383297"/>
            <a:ext cx="3970536" cy="9135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609" y="383297"/>
            <a:ext cx="3970536" cy="9135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8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509" y="76659"/>
            <a:ext cx="8057853" cy="27830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510" y="352967"/>
            <a:ext cx="3952289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3510" y="525950"/>
            <a:ext cx="3952289" cy="7735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609" y="352967"/>
            <a:ext cx="3971753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609" y="525950"/>
            <a:ext cx="3971753" cy="7735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55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94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04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510" y="95991"/>
            <a:ext cx="3013179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753" y="207314"/>
            <a:ext cx="4729609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510" y="431959"/>
            <a:ext cx="3013179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66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510" y="95991"/>
            <a:ext cx="3013179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1753" y="207314"/>
            <a:ext cx="4729609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510" y="431959"/>
            <a:ext cx="3013179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050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37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5682" y="76660"/>
            <a:ext cx="2014463" cy="12202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2293" y="76660"/>
            <a:ext cx="5926609" cy="12202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531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293" y="76659"/>
            <a:ext cx="8057853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2293" y="383297"/>
            <a:ext cx="8057853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292" y="1334540"/>
            <a:ext cx="210204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98B4D-7A14-4A28-B39D-D02AF49E47D1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94683" y="1334540"/>
            <a:ext cx="3153073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8097" y="1334540"/>
            <a:ext cx="2102049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2CB8D-5A9A-464E-AA3E-61A35E944F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51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92024" rtl="0" eaLnBrk="1" latinLnBrk="1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1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1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1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전자기기, 회로이(가) 표시된 사진&#10;&#10;자동 생성된 설명">
            <a:extLst>
              <a:ext uri="{FF2B5EF4-FFF2-40B4-BE49-F238E27FC236}">
                <a16:creationId xmlns:a16="http://schemas.microsoft.com/office/drawing/2014/main" id="{54727D3E-0191-D317-A194-5BBDEDC202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3604" b="63307"/>
          <a:stretch/>
        </p:blipFill>
        <p:spPr>
          <a:xfrm>
            <a:off x="-1" y="5689"/>
            <a:ext cx="9342439" cy="14398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BD1962-0334-722D-6AE6-669E565464D1}"/>
              </a:ext>
            </a:extLst>
          </p:cNvPr>
          <p:cNvSpPr txBox="1"/>
          <p:nvPr/>
        </p:nvSpPr>
        <p:spPr>
          <a:xfrm>
            <a:off x="0" y="200178"/>
            <a:ext cx="927665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2026 18</a:t>
            </a:r>
            <a:r>
              <a:rPr lang="en-US" altLang="ko-KR" sz="2400" b="1" baseline="30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th</a:t>
            </a:r>
            <a:r>
              <a:rPr lang="en-US" altLang="ko-KR" sz="2400" b="1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Times New Roman" panose="02020603050405020304" pitchFamily="18" charset="0"/>
              </a:rPr>
              <a:t> Symposium on AI-Embedded System-on-Chip</a:t>
            </a:r>
          </a:p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Kyungpook National University, Daehak-ro 80, No. 724, Daegu, Korea</a:t>
            </a:r>
            <a:r>
              <a:rPr lang="en-US" altLang="ko-KR" sz="1400" b="1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, May 28, </a:t>
            </a:r>
            <a:r>
              <a:rPr lang="en-US" altLang="ko-KR" sz="1400" b="1" dirty="0">
                <a:solidFill>
                  <a:schemeClr val="bg1"/>
                </a:solidFill>
                <a:latin typeface="Titillium Web" panose="00000500000000000000" pitchFamily="2" charset="0"/>
                <a:cs typeface="Times New Roman" panose="02020603050405020304" pitchFamily="18" charset="0"/>
              </a:rPr>
              <a:t>2026</a:t>
            </a:r>
          </a:p>
          <a:p>
            <a:pPr algn="ctr"/>
            <a:r>
              <a:rPr lang="en-US" altLang="ko-KR" sz="1400" b="1" i="0" dirty="0">
                <a:solidFill>
                  <a:schemeClr val="bg1"/>
                </a:solidFill>
                <a:effectLst/>
                <a:latin typeface="Titillium Web" panose="00000500000000000000" pitchFamily="2" charset="0"/>
              </a:rPr>
              <a:t>AI-Embedded S</a:t>
            </a:r>
            <a:r>
              <a:rPr lang="en-US" altLang="ko-KR" sz="1400" b="1" i="0" baseline="30000" dirty="0">
                <a:solidFill>
                  <a:schemeClr val="bg1"/>
                </a:solidFill>
                <a:effectLst/>
                <a:latin typeface="Titillium Web" panose="00000500000000000000" pitchFamily="2" charset="0"/>
              </a:rPr>
              <a:t>2</a:t>
            </a:r>
            <a:r>
              <a:rPr lang="en-US" altLang="ko-KR" sz="1400" b="1" i="0" dirty="0">
                <a:solidFill>
                  <a:schemeClr val="bg1"/>
                </a:solidFill>
                <a:effectLst/>
                <a:latin typeface="Titillium Web" panose="00000500000000000000" pitchFamily="2" charset="0"/>
              </a:rPr>
              <a:t>oftware-on-Chip (AI-SoC) Lab</a:t>
            </a:r>
            <a:endParaRPr lang="ko-KR" altLang="en-US" sz="1400" b="1" dirty="0">
              <a:solidFill>
                <a:schemeClr val="bg1"/>
              </a:solidFill>
              <a:latin typeface="Titillium Web" panose="00000500000000000000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왼쪽 대괄호 7">
            <a:extLst>
              <a:ext uri="{FF2B5EF4-FFF2-40B4-BE49-F238E27FC236}">
                <a16:creationId xmlns:a16="http://schemas.microsoft.com/office/drawing/2014/main" id="{5583BB55-6BBA-5E2B-EE42-67A32294EF69}"/>
              </a:ext>
            </a:extLst>
          </p:cNvPr>
          <p:cNvSpPr/>
          <p:nvPr/>
        </p:nvSpPr>
        <p:spPr>
          <a:xfrm>
            <a:off x="460671" y="249687"/>
            <a:ext cx="170263" cy="750411"/>
          </a:xfrm>
          <a:prstGeom prst="leftBracket">
            <a:avLst>
              <a:gd name="adj" fmla="val 79316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왼쪽 대괄호 8">
            <a:extLst>
              <a:ext uri="{FF2B5EF4-FFF2-40B4-BE49-F238E27FC236}">
                <a16:creationId xmlns:a16="http://schemas.microsoft.com/office/drawing/2014/main" id="{02FD4C2C-D6AB-13E6-86FF-74A32CE4D80F}"/>
              </a:ext>
            </a:extLst>
          </p:cNvPr>
          <p:cNvSpPr/>
          <p:nvPr/>
        </p:nvSpPr>
        <p:spPr>
          <a:xfrm rot="10800000">
            <a:off x="8652766" y="249686"/>
            <a:ext cx="170263" cy="750411"/>
          </a:xfrm>
          <a:prstGeom prst="leftBracket">
            <a:avLst>
              <a:gd name="adj" fmla="val 79316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00540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</TotalTime>
  <Words>31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 Bold</vt:lpstr>
      <vt:lpstr>Arial</vt:lpstr>
      <vt:lpstr>Calibri</vt:lpstr>
      <vt:lpstr>Calibri Light</vt:lpstr>
      <vt:lpstr>Titillium Web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ParkDaejin</dc:creator>
  <cp:lastModifiedBy>박대진</cp:lastModifiedBy>
  <cp:revision>27</cp:revision>
  <dcterms:created xsi:type="dcterms:W3CDTF">2022-08-29T01:33:28Z</dcterms:created>
  <dcterms:modified xsi:type="dcterms:W3CDTF">2026-08-18T06:22:22Z</dcterms:modified>
</cp:coreProperties>
</file>